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4" r:id="rId8"/>
    <p:sldId id="261" r:id="rId9"/>
    <p:sldId id="266" r:id="rId10"/>
    <p:sldId id="262" r:id="rId11"/>
    <p:sldId id="263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33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32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197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13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965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069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62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824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476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218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96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7857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425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003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062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603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24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CD7DD-30C8-40E8-B20D-0D22376374FD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0099E23-7AC5-4A56-B097-5D843C3D0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111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5ADF7-22AE-E43B-AC2A-C135A76B04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Amazon Sales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7A941F-0102-270B-88C2-9574B136DB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Elavarasi Nisha Rani S E</a:t>
            </a:r>
          </a:p>
        </p:txBody>
      </p:sp>
    </p:spTree>
    <p:extLst>
      <p:ext uri="{BB962C8B-B14F-4D97-AF65-F5344CB8AC3E}">
        <p14:creationId xmlns:p14="http://schemas.microsoft.com/office/powerpoint/2010/main" val="2823138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C2300-ACE1-3441-3BBF-8154146F0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BAFA5-4DAF-D277-0B75-AF13330CA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project focuses on </a:t>
            </a:r>
            <a:r>
              <a:rPr lang="en-GB" dirty="0" err="1"/>
              <a:t>analyzing</a:t>
            </a:r>
            <a:r>
              <a:rPr lang="en-GB" dirty="0"/>
              <a:t> Amazon sales data using a dataset sourced from Kaggle (6500 rows). The goal is to extract meaningful insights by performing data cleaning, transformation, and visualization.</a:t>
            </a:r>
          </a:p>
          <a:p>
            <a:r>
              <a:rPr lang="en-GB" dirty="0"/>
              <a:t>The dashboard helps in understanding key metrics such as sales trends, customer </a:t>
            </a:r>
            <a:r>
              <a:rPr lang="en-GB" dirty="0" err="1"/>
              <a:t>behavior</a:t>
            </a:r>
            <a:r>
              <a:rPr lang="en-GB" dirty="0"/>
              <a:t>, product performance, and regional analysis.</a:t>
            </a:r>
          </a:p>
        </p:txBody>
      </p:sp>
    </p:spTree>
    <p:extLst>
      <p:ext uri="{BB962C8B-B14F-4D97-AF65-F5344CB8AC3E}">
        <p14:creationId xmlns:p14="http://schemas.microsoft.com/office/powerpoint/2010/main" val="2406867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B06BF-6CE2-E11F-E058-7AC87813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F841C-47A4-EE82-1534-C89409EA8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E-commerce platforms like Amazon generate large volumes of data. Without proper analysis, it becomes difficult to:</a:t>
            </a:r>
          </a:p>
          <a:p>
            <a:r>
              <a:rPr lang="en-GB" dirty="0"/>
              <a:t>Track sales performance across categories</a:t>
            </a:r>
          </a:p>
          <a:p>
            <a:r>
              <a:rPr lang="en-GB" dirty="0"/>
              <a:t>Understand customer purchasing </a:t>
            </a:r>
            <a:r>
              <a:rPr lang="en-GB" dirty="0" err="1"/>
              <a:t>behavior</a:t>
            </a:r>
            <a:endParaRPr lang="en-GB" dirty="0"/>
          </a:p>
          <a:p>
            <a:r>
              <a:rPr lang="en-GB" dirty="0" err="1"/>
              <a:t>Analyze</a:t>
            </a:r>
            <a:r>
              <a:rPr lang="en-GB" dirty="0"/>
              <a:t> the impact of discounts on sales</a:t>
            </a:r>
          </a:p>
          <a:p>
            <a:r>
              <a:rPr lang="en-GB" dirty="0"/>
              <a:t>Identify high-performing products and regions</a:t>
            </a:r>
          </a:p>
          <a:p>
            <a:r>
              <a:rPr lang="en-GB" dirty="0"/>
              <a:t>Make data-driven business decisions</a:t>
            </a:r>
          </a:p>
          <a:p>
            <a:r>
              <a:rPr lang="en-GB" dirty="0"/>
              <a:t>This project solves these challenges by building an interactive Power BI dashboard.</a:t>
            </a:r>
          </a:p>
        </p:txBody>
      </p:sp>
    </p:spTree>
    <p:extLst>
      <p:ext uri="{BB962C8B-B14F-4D97-AF65-F5344CB8AC3E}">
        <p14:creationId xmlns:p14="http://schemas.microsoft.com/office/powerpoint/2010/main" val="3304478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8C81-6ADC-748F-BFA5-14718CAD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Importance of the Project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0B57F-5C70-CFCA-9AFC-CE50D9C22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Enables data-driven decision making</a:t>
            </a:r>
          </a:p>
          <a:p>
            <a:r>
              <a:rPr lang="en-GB" dirty="0"/>
              <a:t>Helps identify top-performing products and regions</a:t>
            </a:r>
          </a:p>
          <a:p>
            <a:r>
              <a:rPr lang="en-GB" dirty="0" err="1"/>
              <a:t>Analyzes</a:t>
            </a:r>
            <a:r>
              <a:rPr lang="en-GB" dirty="0"/>
              <a:t> customer preferences and </a:t>
            </a:r>
            <a:r>
              <a:rPr lang="en-GB" dirty="0" err="1"/>
              <a:t>behavior</a:t>
            </a:r>
            <a:endParaRPr lang="en-GB" dirty="0"/>
          </a:p>
          <a:p>
            <a:r>
              <a:rPr lang="en-GB" dirty="0"/>
              <a:t>Evaluates discount effectiveness</a:t>
            </a:r>
          </a:p>
          <a:p>
            <a:r>
              <a:rPr lang="en-GB" dirty="0"/>
              <a:t>Supports business growth and strategy planning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706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B82A7-CDFC-9A41-352E-3007B2C6E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12F05-C621-4DF8-D671-B3B871C7B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Source: Kaggle</a:t>
            </a:r>
          </a:p>
          <a:p>
            <a:r>
              <a:rPr lang="en-GB" dirty="0"/>
              <a:t>Total Records: 6000+ rows</a:t>
            </a:r>
          </a:p>
          <a:p>
            <a:r>
              <a:rPr lang="en-GB" dirty="0"/>
              <a:t>Domain: E-commerce / Retail</a:t>
            </a:r>
          </a:p>
          <a:p>
            <a:r>
              <a:rPr lang="en-GB" dirty="0"/>
              <a:t>Sample Features: Order ID, Product Category, Quantity Sold, Total Revenue, Discount Percentage, Customer Region, Payment Method, Rating, Order Date.</a:t>
            </a:r>
          </a:p>
        </p:txBody>
      </p:sp>
    </p:spTree>
    <p:extLst>
      <p:ext uri="{BB962C8B-B14F-4D97-AF65-F5344CB8AC3E}">
        <p14:creationId xmlns:p14="http://schemas.microsoft.com/office/powerpoint/2010/main" val="1640938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57D1-4F0B-FCAC-A8C3-48D63962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1E0A6-B864-AC84-5580-B6CC9B250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Advanced Excel Data Cleaning Handling Missing Values Removing Duplicates Data Formatting </a:t>
            </a:r>
            <a:br>
              <a:rPr lang="en-IN" dirty="0"/>
            </a:br>
            <a:endParaRPr lang="en-IN" dirty="0"/>
          </a:p>
          <a:p>
            <a:r>
              <a:rPr lang="en-IN" dirty="0"/>
              <a:t> Microsoft Power BI Power Query Editor (PQE) for ETL Data Transformation Data </a:t>
            </a:r>
            <a:r>
              <a:rPr lang="en-IN" dirty="0" err="1"/>
              <a:t>Modeling</a:t>
            </a:r>
            <a:r>
              <a:rPr lang="en-IN" dirty="0"/>
              <a:t> DAX Measures Interactive Dashboard Creation</a:t>
            </a:r>
          </a:p>
        </p:txBody>
      </p:sp>
    </p:spTree>
    <p:extLst>
      <p:ext uri="{BB962C8B-B14F-4D97-AF65-F5344CB8AC3E}">
        <p14:creationId xmlns:p14="http://schemas.microsoft.com/office/powerpoint/2010/main" val="820478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33DD-952C-EADF-4EF3-2C374C4B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Processing Workflow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6B21A-16ED-EB9C-A561-7F27AB3EC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Collection: Imported dataset from Kaggle</a:t>
            </a:r>
          </a:p>
          <a:p>
            <a:r>
              <a:rPr lang="en-IN" dirty="0"/>
              <a:t>Data Cleaning (Excel): Removed null values Eliminated duplicates Standardized formats Fixed inconsistencies</a:t>
            </a:r>
          </a:p>
          <a:p>
            <a:r>
              <a:rPr lang="en-IN" dirty="0"/>
              <a:t>Data Transformation (Power BI - PQE): Data type corrections Column transformations Created calculated columns Applied business logic</a:t>
            </a:r>
          </a:p>
          <a:p>
            <a:r>
              <a:rPr lang="en-IN" dirty="0"/>
              <a:t>Dashboard Development: KPIs (Total Orders, Revenue, </a:t>
            </a:r>
            <a:r>
              <a:rPr lang="en-IN" dirty="0" err="1"/>
              <a:t>Avg</a:t>
            </a:r>
            <a:r>
              <a:rPr lang="en-IN" dirty="0"/>
              <a:t> Rating, AOV) Visualizations (Bar, Line, Map, Donut, Pie) Filters &amp; Slicers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71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A5E06-1529-9E21-E92C-E9004722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D73DC-B7C2-ECC1-238F-C37413471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📊 Bar Chart → Product Category Performance</a:t>
            </a:r>
          </a:p>
          <a:p>
            <a:r>
              <a:rPr lang="en-IN" dirty="0"/>
              <a:t>📈 Line Chart → </a:t>
            </a:r>
            <a:r>
              <a:rPr lang="en-IN" dirty="0" err="1"/>
              <a:t>Avg</a:t>
            </a:r>
            <a:r>
              <a:rPr lang="en-IN" dirty="0"/>
              <a:t> Rating by </a:t>
            </a:r>
            <a:r>
              <a:rPr lang="en-IN" dirty="0" err="1"/>
              <a:t>product_category</a:t>
            </a:r>
            <a:endParaRPr lang="en-IN" dirty="0"/>
          </a:p>
          <a:p>
            <a:r>
              <a:rPr lang="en-IN" dirty="0"/>
              <a:t>🗺️ Map → Regional Sales Distribution</a:t>
            </a:r>
          </a:p>
          <a:p>
            <a:r>
              <a:rPr lang="en-IN" dirty="0"/>
              <a:t>🍩 Donut Chart → Total revenue by product category</a:t>
            </a:r>
          </a:p>
          <a:p>
            <a:r>
              <a:rPr lang="en-IN" dirty="0"/>
              <a:t>🥧 Pie Chart → Total Orders by </a:t>
            </a:r>
            <a:r>
              <a:rPr lang="en-IN" dirty="0" err="1"/>
              <a:t>customer_region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3153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516DF7-77EB-305C-3FE6-079A54278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76" y="271022"/>
            <a:ext cx="8490319" cy="575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92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FC68B-044D-EEBA-96BF-D53268BAD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355EA-B927-2B58-1901-660F80722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SQL data</a:t>
            </a:r>
          </a:p>
          <a:p>
            <a:r>
              <a:rPr lang="en-GB" dirty="0"/>
              <a:t>Customer segmentation</a:t>
            </a:r>
          </a:p>
          <a:p>
            <a:r>
              <a:rPr lang="en-GB" dirty="0"/>
              <a:t>Predictive analytics using Machine Learning</a:t>
            </a:r>
          </a:p>
          <a:p>
            <a:r>
              <a:rPr lang="en-GB" dirty="0"/>
              <a:t>Advanced KPI tracking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5509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73B6-57C1-69D8-D33F-A15B8C3BC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21D92-13FF-C03B-ACA8-8A01672F9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project demonstrates how raw data can be transformed into actionable insights using Excel and Power BI, enabling better business decisions and performance optimization.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8294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108FB-CBCF-3A68-3B83-DB8E391F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589462"/>
            <a:ext cx="8596668" cy="1320800"/>
          </a:xfrm>
        </p:spPr>
        <p:txBody>
          <a:bodyPr/>
          <a:lstStyle/>
          <a:p>
            <a:pPr algn="ctr"/>
            <a:r>
              <a:rPr lang="en-GB" dirty="0"/>
              <a:t>THANKYOU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0AD93-1AD0-5D37-F776-57239623291B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8388416" y="4812633"/>
            <a:ext cx="45719" cy="457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32903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</TotalTime>
  <Words>400</Words>
  <Application>Microsoft Office PowerPoint</Application>
  <PresentationFormat>Widescreen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Amazon Sales Performance Dashboard</vt:lpstr>
      <vt:lpstr>Project Overview</vt:lpstr>
      <vt:lpstr>Problem Statement</vt:lpstr>
      <vt:lpstr> Importance of the Project </vt:lpstr>
      <vt:lpstr>Dataset Information</vt:lpstr>
      <vt:lpstr>Tools &amp; Technologies Used</vt:lpstr>
      <vt:lpstr>Data Processing Workflow </vt:lpstr>
      <vt:lpstr>Dashboard Preview</vt:lpstr>
      <vt:lpstr>PowerPoint Presentation</vt:lpstr>
      <vt:lpstr>Future Enhancements</vt:lpstr>
      <vt:lpstr>Conclusion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Gurubaran S.E</dc:creator>
  <cp:lastModifiedBy>Gurubaran S.E</cp:lastModifiedBy>
  <cp:revision>2</cp:revision>
  <dcterms:created xsi:type="dcterms:W3CDTF">2026-04-27T11:51:08Z</dcterms:created>
  <dcterms:modified xsi:type="dcterms:W3CDTF">2026-04-30T10:06:58Z</dcterms:modified>
</cp:coreProperties>
</file>